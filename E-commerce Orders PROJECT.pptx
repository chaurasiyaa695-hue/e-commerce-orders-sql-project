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03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57" autoAdjust="0"/>
  </p:normalViewPr>
  <p:slideViewPr>
    <p:cSldViewPr snapToGrid="0">
      <p:cViewPr varScale="1">
        <p:scale>
          <a:sx n="59" d="100"/>
          <a:sy n="59" d="100"/>
        </p:scale>
        <p:origin x="236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0238D-ED2D-4825-9C91-8A7E154BB5F6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D78F7F4-3877-4B9C-BFBA-E9F55D4B807A}">
      <dgm:prSet phldrT="[Text]" phldr="0"/>
      <dgm:spPr/>
      <dgm:t>
        <a:bodyPr/>
        <a:lstStyle/>
        <a:p>
          <a:r>
            <a:rPr lang="en-IN" b="1" dirty="0"/>
            <a:t>Order info</a:t>
          </a:r>
        </a:p>
      </dgm:t>
    </dgm:pt>
    <dgm:pt modelId="{50C7E2D7-3377-4AB0-A63F-E51BECB5B930}" type="parTrans" cxnId="{972866BD-771E-497C-811C-25783572A297}">
      <dgm:prSet/>
      <dgm:spPr/>
      <dgm:t>
        <a:bodyPr/>
        <a:lstStyle/>
        <a:p>
          <a:endParaRPr lang="en-IN"/>
        </a:p>
      </dgm:t>
    </dgm:pt>
    <dgm:pt modelId="{CF668EC6-2E5C-473C-9D57-FAD0BA5F35E1}" type="sibTrans" cxnId="{972866BD-771E-497C-811C-25783572A297}">
      <dgm:prSet/>
      <dgm:spPr/>
      <dgm:t>
        <a:bodyPr/>
        <a:lstStyle/>
        <a:p>
          <a:endParaRPr lang="en-IN"/>
        </a:p>
      </dgm:t>
    </dgm:pt>
    <dgm:pt modelId="{7D5E9C21-7335-4C3B-93D1-C4F4C3F30E92}">
      <dgm:prSet phldrT="[Text]" phldr="0"/>
      <dgm:spPr/>
      <dgm:t>
        <a:bodyPr/>
        <a:lstStyle/>
        <a:p>
          <a:r>
            <a:rPr lang="en-IN" b="0" i="1" dirty="0" err="1"/>
            <a:t>Order_ID</a:t>
          </a:r>
          <a:endParaRPr lang="en-IN" b="0" i="1" dirty="0"/>
        </a:p>
      </dgm:t>
    </dgm:pt>
    <dgm:pt modelId="{24157D18-DFB7-4ABF-8DD2-FCECACE57057}" type="parTrans" cxnId="{ED587F8C-C719-4205-86C3-4E7B147A3CEF}">
      <dgm:prSet/>
      <dgm:spPr/>
      <dgm:t>
        <a:bodyPr/>
        <a:lstStyle/>
        <a:p>
          <a:endParaRPr lang="en-IN"/>
        </a:p>
      </dgm:t>
    </dgm:pt>
    <dgm:pt modelId="{098B0B01-FFD4-4476-9811-09BB2B039C60}" type="sibTrans" cxnId="{ED587F8C-C719-4205-86C3-4E7B147A3CEF}">
      <dgm:prSet/>
      <dgm:spPr/>
      <dgm:t>
        <a:bodyPr/>
        <a:lstStyle/>
        <a:p>
          <a:endParaRPr lang="en-IN"/>
        </a:p>
      </dgm:t>
    </dgm:pt>
    <dgm:pt modelId="{8C0DE672-6A1B-4709-9725-83D47D46A7E4}">
      <dgm:prSet phldrT="[Text]" phldr="0"/>
      <dgm:spPr/>
      <dgm:t>
        <a:bodyPr/>
        <a:lstStyle/>
        <a:p>
          <a:r>
            <a:rPr lang="en-IN" b="0" i="1" dirty="0" err="1"/>
            <a:t>Customer_ID</a:t>
          </a:r>
          <a:endParaRPr lang="en-IN" b="0" i="1" dirty="0"/>
        </a:p>
      </dgm:t>
    </dgm:pt>
    <dgm:pt modelId="{BFA6781D-3CCF-48AB-AB87-7FD94906A0AB}" type="parTrans" cxnId="{F9F21F45-CDDB-4279-8B72-5B6FB1902219}">
      <dgm:prSet/>
      <dgm:spPr/>
      <dgm:t>
        <a:bodyPr/>
        <a:lstStyle/>
        <a:p>
          <a:endParaRPr lang="en-IN"/>
        </a:p>
      </dgm:t>
    </dgm:pt>
    <dgm:pt modelId="{F224089E-D25B-4D7D-8817-DC147A2AABF3}" type="sibTrans" cxnId="{F9F21F45-CDDB-4279-8B72-5B6FB1902219}">
      <dgm:prSet/>
      <dgm:spPr/>
      <dgm:t>
        <a:bodyPr/>
        <a:lstStyle/>
        <a:p>
          <a:endParaRPr lang="en-IN"/>
        </a:p>
      </dgm:t>
    </dgm:pt>
    <dgm:pt modelId="{D6CEB010-17C4-4F49-8F1F-BCC381F18A96}">
      <dgm:prSet phldrT="[Text]" phldr="0"/>
      <dgm:spPr/>
      <dgm:t>
        <a:bodyPr/>
        <a:lstStyle/>
        <a:p>
          <a:r>
            <a:rPr lang="en-IN" b="1" dirty="0"/>
            <a:t>Product info</a:t>
          </a:r>
        </a:p>
      </dgm:t>
    </dgm:pt>
    <dgm:pt modelId="{086A2D7D-3A2F-4EDA-9A79-D886CB2C3A0B}" type="parTrans" cxnId="{C13F32AE-E0A7-4B79-861A-C45A507DE704}">
      <dgm:prSet/>
      <dgm:spPr/>
      <dgm:t>
        <a:bodyPr/>
        <a:lstStyle/>
        <a:p>
          <a:endParaRPr lang="en-IN"/>
        </a:p>
      </dgm:t>
    </dgm:pt>
    <dgm:pt modelId="{2E24AC6D-636A-44CB-965B-5BF7AF079173}" type="sibTrans" cxnId="{C13F32AE-E0A7-4B79-861A-C45A507DE704}">
      <dgm:prSet/>
      <dgm:spPr/>
      <dgm:t>
        <a:bodyPr/>
        <a:lstStyle/>
        <a:p>
          <a:endParaRPr lang="en-IN"/>
        </a:p>
      </dgm:t>
    </dgm:pt>
    <dgm:pt modelId="{EEC8A3D0-CED7-4BF0-A83D-132CE1B85BE5}">
      <dgm:prSet phldrT="[Text]" phldr="0"/>
      <dgm:spPr/>
      <dgm:t>
        <a:bodyPr/>
        <a:lstStyle/>
        <a:p>
          <a:r>
            <a:rPr lang="en-IN" dirty="0"/>
            <a:t>Category</a:t>
          </a:r>
        </a:p>
      </dgm:t>
    </dgm:pt>
    <dgm:pt modelId="{1DD0D6E1-97A4-4E4B-8700-85ACBCA13890}" type="parTrans" cxnId="{5DC9D141-FD1B-4205-80F8-F48CE8A51389}">
      <dgm:prSet/>
      <dgm:spPr/>
      <dgm:t>
        <a:bodyPr/>
        <a:lstStyle/>
        <a:p>
          <a:endParaRPr lang="en-IN"/>
        </a:p>
      </dgm:t>
    </dgm:pt>
    <dgm:pt modelId="{A5F9231F-68FE-48B4-A556-3EF726FE571D}" type="sibTrans" cxnId="{5DC9D141-FD1B-4205-80F8-F48CE8A51389}">
      <dgm:prSet/>
      <dgm:spPr/>
      <dgm:t>
        <a:bodyPr/>
        <a:lstStyle/>
        <a:p>
          <a:endParaRPr lang="en-IN"/>
        </a:p>
      </dgm:t>
    </dgm:pt>
    <dgm:pt modelId="{EE31493A-696C-48B1-A273-284360DA9D00}">
      <dgm:prSet phldrT="[Text]" phldr="0"/>
      <dgm:spPr/>
      <dgm:t>
        <a:bodyPr/>
        <a:lstStyle/>
        <a:p>
          <a:r>
            <a:rPr lang="en-IN" dirty="0" err="1"/>
            <a:t>Payment_Method</a:t>
          </a:r>
          <a:endParaRPr lang="en-IN" dirty="0"/>
        </a:p>
      </dgm:t>
    </dgm:pt>
    <dgm:pt modelId="{5194F79C-29CC-4F82-8926-645954026ABB}" type="parTrans" cxnId="{08BA3D15-576B-4320-9303-E0FE566507B3}">
      <dgm:prSet/>
      <dgm:spPr/>
      <dgm:t>
        <a:bodyPr/>
        <a:lstStyle/>
        <a:p>
          <a:endParaRPr lang="en-IN"/>
        </a:p>
      </dgm:t>
    </dgm:pt>
    <dgm:pt modelId="{02B0E798-2DF9-4729-B188-4632F849737A}" type="sibTrans" cxnId="{08BA3D15-576B-4320-9303-E0FE566507B3}">
      <dgm:prSet/>
      <dgm:spPr/>
      <dgm:t>
        <a:bodyPr/>
        <a:lstStyle/>
        <a:p>
          <a:endParaRPr lang="en-IN"/>
        </a:p>
      </dgm:t>
    </dgm:pt>
    <dgm:pt modelId="{1CB24062-31EB-47D9-AC45-D8F75D4352C0}">
      <dgm:prSet phldrT="[Text]" phldr="0"/>
      <dgm:spPr/>
      <dgm:t>
        <a:bodyPr/>
        <a:lstStyle/>
        <a:p>
          <a:r>
            <a:rPr lang="en-IN" b="1" dirty="0"/>
            <a:t>Dates &amp; Status</a:t>
          </a:r>
        </a:p>
      </dgm:t>
    </dgm:pt>
    <dgm:pt modelId="{7A3BB545-7DED-495E-9744-5533CDE642C7}" type="parTrans" cxnId="{16E19B3C-7049-4CAF-B097-DD2520003766}">
      <dgm:prSet/>
      <dgm:spPr/>
      <dgm:t>
        <a:bodyPr/>
        <a:lstStyle/>
        <a:p>
          <a:endParaRPr lang="en-IN"/>
        </a:p>
      </dgm:t>
    </dgm:pt>
    <dgm:pt modelId="{F80666BA-2202-4B34-82A4-DED9A167C24C}" type="sibTrans" cxnId="{16E19B3C-7049-4CAF-B097-DD2520003766}">
      <dgm:prSet/>
      <dgm:spPr/>
      <dgm:t>
        <a:bodyPr/>
        <a:lstStyle/>
        <a:p>
          <a:endParaRPr lang="en-IN"/>
        </a:p>
      </dgm:t>
    </dgm:pt>
    <dgm:pt modelId="{74E2CE88-603B-43D2-B970-E744D78ACAB1}">
      <dgm:prSet phldrT="[Text]" phldr="0"/>
      <dgm:spPr/>
      <dgm:t>
        <a:bodyPr/>
        <a:lstStyle/>
        <a:p>
          <a:r>
            <a:rPr lang="en-IN" dirty="0" err="1"/>
            <a:t>Order_Date</a:t>
          </a:r>
          <a:endParaRPr lang="en-IN" dirty="0"/>
        </a:p>
      </dgm:t>
    </dgm:pt>
    <dgm:pt modelId="{F892BB07-82CA-4E4E-B567-97F8815FD956}" type="parTrans" cxnId="{8BE630C5-AA4A-4D1E-AA5F-89B00725BCAE}">
      <dgm:prSet/>
      <dgm:spPr/>
      <dgm:t>
        <a:bodyPr/>
        <a:lstStyle/>
        <a:p>
          <a:endParaRPr lang="en-IN"/>
        </a:p>
      </dgm:t>
    </dgm:pt>
    <dgm:pt modelId="{10F4D8F2-B1A2-427F-AA71-880931FE586B}" type="sibTrans" cxnId="{8BE630C5-AA4A-4D1E-AA5F-89B00725BCAE}">
      <dgm:prSet/>
      <dgm:spPr/>
      <dgm:t>
        <a:bodyPr/>
        <a:lstStyle/>
        <a:p>
          <a:endParaRPr lang="en-IN"/>
        </a:p>
      </dgm:t>
    </dgm:pt>
    <dgm:pt modelId="{D7A4399D-4518-4DFC-97DF-392DB888DD02}">
      <dgm:prSet phldrT="[Text]" phldr="0"/>
      <dgm:spPr/>
      <dgm:t>
        <a:bodyPr/>
        <a:lstStyle/>
        <a:p>
          <a:r>
            <a:rPr lang="en-IN" dirty="0" err="1"/>
            <a:t>Delivery_Date</a:t>
          </a:r>
          <a:endParaRPr lang="en-IN" dirty="0"/>
        </a:p>
      </dgm:t>
    </dgm:pt>
    <dgm:pt modelId="{16A41305-0EFB-4FEA-BFE8-81D5C1477EA7}" type="parTrans" cxnId="{579A1914-EE44-406A-BA38-1C5D695AEE8B}">
      <dgm:prSet/>
      <dgm:spPr/>
      <dgm:t>
        <a:bodyPr/>
        <a:lstStyle/>
        <a:p>
          <a:endParaRPr lang="en-IN"/>
        </a:p>
      </dgm:t>
    </dgm:pt>
    <dgm:pt modelId="{B499D66C-6240-4B24-B3CC-228D1C2CE54F}" type="sibTrans" cxnId="{579A1914-EE44-406A-BA38-1C5D695AEE8B}">
      <dgm:prSet/>
      <dgm:spPr/>
      <dgm:t>
        <a:bodyPr/>
        <a:lstStyle/>
        <a:p>
          <a:endParaRPr lang="en-IN"/>
        </a:p>
      </dgm:t>
    </dgm:pt>
    <dgm:pt modelId="{54ED648B-3A06-4B4E-9B3B-337A786CD5BA}">
      <dgm:prSet phldrT="[Text]" phldr="0"/>
      <dgm:spPr/>
      <dgm:t>
        <a:bodyPr/>
        <a:lstStyle/>
        <a:p>
          <a:r>
            <a:rPr lang="en-IN" b="0" i="1" dirty="0" err="1"/>
            <a:t>Customer_Name</a:t>
          </a:r>
          <a:endParaRPr lang="en-IN" b="0" i="1" dirty="0"/>
        </a:p>
      </dgm:t>
    </dgm:pt>
    <dgm:pt modelId="{1D8AE691-16DD-4A16-BC62-72C78C33028A}" type="parTrans" cxnId="{60597B14-3343-4F49-B7F4-2CBC7F767D3B}">
      <dgm:prSet/>
      <dgm:spPr/>
      <dgm:t>
        <a:bodyPr/>
        <a:lstStyle/>
        <a:p>
          <a:endParaRPr lang="en-IN"/>
        </a:p>
      </dgm:t>
    </dgm:pt>
    <dgm:pt modelId="{5DBE12B4-B44E-4182-862B-A4332D45E783}" type="sibTrans" cxnId="{60597B14-3343-4F49-B7F4-2CBC7F767D3B}">
      <dgm:prSet/>
      <dgm:spPr/>
      <dgm:t>
        <a:bodyPr/>
        <a:lstStyle/>
        <a:p>
          <a:endParaRPr lang="en-IN"/>
        </a:p>
      </dgm:t>
    </dgm:pt>
    <dgm:pt modelId="{F62BCE7E-20E2-4386-BC41-C15790CC0FC6}">
      <dgm:prSet phldrT="[Text]" phldr="0"/>
      <dgm:spPr/>
      <dgm:t>
        <a:bodyPr/>
        <a:lstStyle/>
        <a:p>
          <a:r>
            <a:rPr lang="en-IN" b="0" i="1" dirty="0"/>
            <a:t>City</a:t>
          </a:r>
        </a:p>
      </dgm:t>
    </dgm:pt>
    <dgm:pt modelId="{0C30092F-81E7-4520-92D6-136E500EF41A}" type="parTrans" cxnId="{04DA230D-28B1-4E36-8B62-017C1CC68BEB}">
      <dgm:prSet/>
      <dgm:spPr/>
      <dgm:t>
        <a:bodyPr/>
        <a:lstStyle/>
        <a:p>
          <a:endParaRPr lang="en-IN"/>
        </a:p>
      </dgm:t>
    </dgm:pt>
    <dgm:pt modelId="{A70474D3-ACEC-4A62-B0B9-0DF799E28707}" type="sibTrans" cxnId="{04DA230D-28B1-4E36-8B62-017C1CC68BEB}">
      <dgm:prSet/>
      <dgm:spPr/>
      <dgm:t>
        <a:bodyPr/>
        <a:lstStyle/>
        <a:p>
          <a:endParaRPr lang="en-IN"/>
        </a:p>
      </dgm:t>
    </dgm:pt>
    <dgm:pt modelId="{809EE1A9-FA44-4F3F-99F6-71D5371BDFEE}">
      <dgm:prSet phldrT="[Text]" phldr="0"/>
      <dgm:spPr/>
      <dgm:t>
        <a:bodyPr/>
        <a:lstStyle/>
        <a:p>
          <a:r>
            <a:rPr lang="en-IN" b="0" i="1" dirty="0"/>
            <a:t>Product</a:t>
          </a:r>
        </a:p>
      </dgm:t>
    </dgm:pt>
    <dgm:pt modelId="{EEF6064B-B2C1-41C3-A2C5-B5E320D20BEC}" type="parTrans" cxnId="{4D001563-C3BB-4A26-8287-FB10FBC72A3D}">
      <dgm:prSet/>
      <dgm:spPr/>
      <dgm:t>
        <a:bodyPr/>
        <a:lstStyle/>
        <a:p>
          <a:endParaRPr lang="en-IN"/>
        </a:p>
      </dgm:t>
    </dgm:pt>
    <dgm:pt modelId="{9E02AB5E-17DF-4FF5-BAD9-E7DA2E395528}" type="sibTrans" cxnId="{4D001563-C3BB-4A26-8287-FB10FBC72A3D}">
      <dgm:prSet/>
      <dgm:spPr/>
      <dgm:t>
        <a:bodyPr/>
        <a:lstStyle/>
        <a:p>
          <a:endParaRPr lang="en-IN"/>
        </a:p>
      </dgm:t>
    </dgm:pt>
    <dgm:pt modelId="{14464B89-3362-45C1-AA78-9BFDCCD58CEE}">
      <dgm:prSet phldrT="[Text]" phldr="0"/>
      <dgm:spPr/>
      <dgm:t>
        <a:bodyPr/>
        <a:lstStyle/>
        <a:p>
          <a:r>
            <a:rPr lang="en-IN" dirty="0"/>
            <a:t>Price</a:t>
          </a:r>
        </a:p>
      </dgm:t>
    </dgm:pt>
    <dgm:pt modelId="{277389C5-A367-410E-B4D1-324233B537DF}" type="parTrans" cxnId="{BDB5CC1F-B566-41B9-9647-40FFEFC446CB}">
      <dgm:prSet/>
      <dgm:spPr/>
      <dgm:t>
        <a:bodyPr/>
        <a:lstStyle/>
        <a:p>
          <a:endParaRPr lang="en-IN"/>
        </a:p>
      </dgm:t>
    </dgm:pt>
    <dgm:pt modelId="{6B4D28EB-F1DA-45BC-AA46-F9FB956ADB6A}" type="sibTrans" cxnId="{BDB5CC1F-B566-41B9-9647-40FFEFC446CB}">
      <dgm:prSet/>
      <dgm:spPr/>
      <dgm:t>
        <a:bodyPr/>
        <a:lstStyle/>
        <a:p>
          <a:endParaRPr lang="en-IN"/>
        </a:p>
      </dgm:t>
    </dgm:pt>
    <dgm:pt modelId="{E85BD0AC-9DCA-47B4-AF28-C19CD0362E67}">
      <dgm:prSet phldrT="[Text]" phldr="0"/>
      <dgm:spPr/>
      <dgm:t>
        <a:bodyPr/>
        <a:lstStyle/>
        <a:p>
          <a:r>
            <a:rPr lang="en-IN" dirty="0"/>
            <a:t>Quantity</a:t>
          </a:r>
        </a:p>
      </dgm:t>
    </dgm:pt>
    <dgm:pt modelId="{4FF1B016-5AB5-4D5D-AF28-782B99F484F8}" type="parTrans" cxnId="{4FF633D9-8765-44E0-B712-5F709C56CC86}">
      <dgm:prSet/>
      <dgm:spPr/>
      <dgm:t>
        <a:bodyPr/>
        <a:lstStyle/>
        <a:p>
          <a:endParaRPr lang="en-IN"/>
        </a:p>
      </dgm:t>
    </dgm:pt>
    <dgm:pt modelId="{82F4229C-2709-4F65-9425-4A3A8FEAA27A}" type="sibTrans" cxnId="{4FF633D9-8765-44E0-B712-5F709C56CC86}">
      <dgm:prSet/>
      <dgm:spPr/>
      <dgm:t>
        <a:bodyPr/>
        <a:lstStyle/>
        <a:p>
          <a:endParaRPr lang="en-IN"/>
        </a:p>
      </dgm:t>
    </dgm:pt>
    <dgm:pt modelId="{73D698EF-B660-4C28-80B0-BABBA8DEE44E}">
      <dgm:prSet phldrT="[Text]" phldr="0"/>
      <dgm:spPr/>
      <dgm:t>
        <a:bodyPr/>
        <a:lstStyle/>
        <a:p>
          <a:r>
            <a:rPr lang="en-IN" dirty="0" err="1"/>
            <a:t>Total_Amount</a:t>
          </a:r>
          <a:endParaRPr lang="en-IN" dirty="0"/>
        </a:p>
      </dgm:t>
    </dgm:pt>
    <dgm:pt modelId="{6C2632BB-7DC7-481E-8D9E-E3C3D3A473BF}" type="parTrans" cxnId="{A6B84084-0A38-4CE1-8DA0-54C450441B51}">
      <dgm:prSet/>
      <dgm:spPr/>
      <dgm:t>
        <a:bodyPr/>
        <a:lstStyle/>
        <a:p>
          <a:endParaRPr lang="en-IN"/>
        </a:p>
      </dgm:t>
    </dgm:pt>
    <dgm:pt modelId="{4111047A-F8B6-47C8-AC8F-4AF3C81BF9D0}" type="sibTrans" cxnId="{A6B84084-0A38-4CE1-8DA0-54C450441B51}">
      <dgm:prSet/>
      <dgm:spPr/>
      <dgm:t>
        <a:bodyPr/>
        <a:lstStyle/>
        <a:p>
          <a:endParaRPr lang="en-IN"/>
        </a:p>
      </dgm:t>
    </dgm:pt>
    <dgm:pt modelId="{5ED3C866-808C-4615-A700-000997926E9E}">
      <dgm:prSet phldrT="[Text]" phldr="0"/>
      <dgm:spPr/>
      <dgm:t>
        <a:bodyPr/>
        <a:lstStyle/>
        <a:p>
          <a:r>
            <a:rPr lang="en-IN" dirty="0"/>
            <a:t>Rating</a:t>
          </a:r>
        </a:p>
      </dgm:t>
    </dgm:pt>
    <dgm:pt modelId="{433479A8-4A82-4E5E-8F3A-7F30188C4ACA}" type="parTrans" cxnId="{DA86DB77-8381-4DA0-84C0-42B971B7B8B1}">
      <dgm:prSet/>
      <dgm:spPr/>
      <dgm:t>
        <a:bodyPr/>
        <a:lstStyle/>
        <a:p>
          <a:endParaRPr lang="en-IN"/>
        </a:p>
      </dgm:t>
    </dgm:pt>
    <dgm:pt modelId="{556C847F-5933-4992-AE6D-4216747F057C}" type="sibTrans" cxnId="{DA86DB77-8381-4DA0-84C0-42B971B7B8B1}">
      <dgm:prSet/>
      <dgm:spPr/>
      <dgm:t>
        <a:bodyPr/>
        <a:lstStyle/>
        <a:p>
          <a:endParaRPr lang="en-IN"/>
        </a:p>
      </dgm:t>
    </dgm:pt>
    <dgm:pt modelId="{45B168AE-3916-4905-BB0E-D04509DAF3AD}">
      <dgm:prSet phldrT="[Text]" phldr="0"/>
      <dgm:spPr/>
      <dgm:t>
        <a:bodyPr/>
        <a:lstStyle/>
        <a:p>
          <a:r>
            <a:rPr lang="en-IN" dirty="0" err="1"/>
            <a:t>Order_Status</a:t>
          </a:r>
          <a:endParaRPr lang="en-IN" dirty="0"/>
        </a:p>
      </dgm:t>
    </dgm:pt>
    <dgm:pt modelId="{02A57F42-C132-43ED-9C2C-FCC2084CAD33}" type="parTrans" cxnId="{B6926D25-BE2C-4268-8168-F5035513E761}">
      <dgm:prSet/>
      <dgm:spPr/>
      <dgm:t>
        <a:bodyPr/>
        <a:lstStyle/>
        <a:p>
          <a:endParaRPr lang="en-IN"/>
        </a:p>
      </dgm:t>
    </dgm:pt>
    <dgm:pt modelId="{D8E26F56-A8CB-4D9E-B8C9-C96DC3E6466D}" type="sibTrans" cxnId="{B6926D25-BE2C-4268-8168-F5035513E761}">
      <dgm:prSet/>
      <dgm:spPr/>
      <dgm:t>
        <a:bodyPr/>
        <a:lstStyle/>
        <a:p>
          <a:endParaRPr lang="en-IN"/>
        </a:p>
      </dgm:t>
    </dgm:pt>
    <dgm:pt modelId="{4EC4B20C-73FA-4912-8E90-6AD15D2BB19C}">
      <dgm:prSet phldrT="[Text]" phldr="0"/>
      <dgm:spPr/>
      <dgm:t>
        <a:bodyPr/>
        <a:lstStyle/>
        <a:p>
          <a:r>
            <a:rPr lang="en-IN" dirty="0" err="1"/>
            <a:t>Delivery_Days</a:t>
          </a:r>
          <a:endParaRPr lang="en-IN" dirty="0"/>
        </a:p>
      </dgm:t>
    </dgm:pt>
    <dgm:pt modelId="{FA802B44-469A-40FA-AB57-FC21CB31B674}" type="parTrans" cxnId="{6ED8AD4D-B811-4F63-B304-FA491E431AF0}">
      <dgm:prSet/>
      <dgm:spPr/>
      <dgm:t>
        <a:bodyPr/>
        <a:lstStyle/>
        <a:p>
          <a:endParaRPr lang="en-IN"/>
        </a:p>
      </dgm:t>
    </dgm:pt>
    <dgm:pt modelId="{A074B7A1-2F16-47C8-A7B8-B37D55624747}" type="sibTrans" cxnId="{6ED8AD4D-B811-4F63-B304-FA491E431AF0}">
      <dgm:prSet/>
      <dgm:spPr/>
      <dgm:t>
        <a:bodyPr/>
        <a:lstStyle/>
        <a:p>
          <a:endParaRPr lang="en-IN"/>
        </a:p>
      </dgm:t>
    </dgm:pt>
    <dgm:pt modelId="{17F008AE-FF21-4BE7-9FDE-5D382D82763C}" type="pres">
      <dgm:prSet presAssocID="{A8F0238D-ED2D-4825-9C91-8A7E154BB5F6}" presName="Name0" presStyleCnt="0">
        <dgm:presLayoutVars>
          <dgm:dir/>
          <dgm:animLvl val="lvl"/>
          <dgm:resizeHandles val="exact"/>
        </dgm:presLayoutVars>
      </dgm:prSet>
      <dgm:spPr/>
    </dgm:pt>
    <dgm:pt modelId="{04870565-8EDE-45AD-8820-7FEC000C5E7A}" type="pres">
      <dgm:prSet presAssocID="{2D78F7F4-3877-4B9C-BFBA-E9F55D4B807A}" presName="composite" presStyleCnt="0"/>
      <dgm:spPr/>
    </dgm:pt>
    <dgm:pt modelId="{787DE2D3-87EE-4347-A683-1D1B8279B263}" type="pres">
      <dgm:prSet presAssocID="{2D78F7F4-3877-4B9C-BFBA-E9F55D4B807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351CF08-C0A3-4EF3-B93A-F3C5669D9B76}" type="pres">
      <dgm:prSet presAssocID="{2D78F7F4-3877-4B9C-BFBA-E9F55D4B807A}" presName="desTx" presStyleLbl="alignAccFollowNode1" presStyleIdx="0" presStyleCnt="3">
        <dgm:presLayoutVars>
          <dgm:bulletEnabled val="1"/>
        </dgm:presLayoutVars>
      </dgm:prSet>
      <dgm:spPr/>
    </dgm:pt>
    <dgm:pt modelId="{3C33FB62-D5C0-400F-B2DF-4D8EB663CF42}" type="pres">
      <dgm:prSet presAssocID="{CF668EC6-2E5C-473C-9D57-FAD0BA5F35E1}" presName="space" presStyleCnt="0"/>
      <dgm:spPr/>
    </dgm:pt>
    <dgm:pt modelId="{8B61B479-9654-4002-8D4F-FDA53AB74E4B}" type="pres">
      <dgm:prSet presAssocID="{D6CEB010-17C4-4F49-8F1F-BCC381F18A96}" presName="composite" presStyleCnt="0"/>
      <dgm:spPr/>
    </dgm:pt>
    <dgm:pt modelId="{05E9D282-9C02-4F32-9C53-964D5CF1E927}" type="pres">
      <dgm:prSet presAssocID="{D6CEB010-17C4-4F49-8F1F-BCC381F18A9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B11CA4E-0BB3-4ABB-BD99-21A03022EEEB}" type="pres">
      <dgm:prSet presAssocID="{D6CEB010-17C4-4F49-8F1F-BCC381F18A96}" presName="desTx" presStyleLbl="alignAccFollowNode1" presStyleIdx="1" presStyleCnt="3">
        <dgm:presLayoutVars>
          <dgm:bulletEnabled val="1"/>
        </dgm:presLayoutVars>
      </dgm:prSet>
      <dgm:spPr/>
    </dgm:pt>
    <dgm:pt modelId="{A02A41A6-9385-4A4B-8330-1951CE2AA380}" type="pres">
      <dgm:prSet presAssocID="{2E24AC6D-636A-44CB-965B-5BF7AF079173}" presName="space" presStyleCnt="0"/>
      <dgm:spPr/>
    </dgm:pt>
    <dgm:pt modelId="{69AAF161-D5AE-44A1-AA4B-88082218FE9E}" type="pres">
      <dgm:prSet presAssocID="{1CB24062-31EB-47D9-AC45-D8F75D4352C0}" presName="composite" presStyleCnt="0"/>
      <dgm:spPr/>
    </dgm:pt>
    <dgm:pt modelId="{836124DA-B9DE-4E17-A280-8261A0E1F87E}" type="pres">
      <dgm:prSet presAssocID="{1CB24062-31EB-47D9-AC45-D8F75D4352C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650BC02-8561-4EBD-9758-02C5E8D409E7}" type="pres">
      <dgm:prSet presAssocID="{1CB24062-31EB-47D9-AC45-D8F75D4352C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F416C0A-3639-42EE-A843-08A13BF239E9}" type="presOf" srcId="{74E2CE88-603B-43D2-B970-E744D78ACAB1}" destId="{0650BC02-8561-4EBD-9758-02C5E8D409E7}" srcOrd="0" destOrd="0" presId="urn:microsoft.com/office/officeart/2005/8/layout/hList1"/>
    <dgm:cxn modelId="{1591DA0A-00D4-4E9A-B446-801FC8E7A030}" type="presOf" srcId="{73D698EF-B660-4C28-80B0-BABBA8DEE44E}" destId="{1B11CA4E-0BB3-4ABB-BD99-21A03022EEEB}" srcOrd="0" destOrd="3" presId="urn:microsoft.com/office/officeart/2005/8/layout/hList1"/>
    <dgm:cxn modelId="{04DA230D-28B1-4E36-8B62-017C1CC68BEB}" srcId="{2D78F7F4-3877-4B9C-BFBA-E9F55D4B807A}" destId="{F62BCE7E-20E2-4386-BC41-C15790CC0FC6}" srcOrd="3" destOrd="0" parTransId="{0C30092F-81E7-4520-92D6-136E500EF41A}" sibTransId="{A70474D3-ACEC-4A62-B0B9-0DF799E28707}"/>
    <dgm:cxn modelId="{579A1914-EE44-406A-BA38-1C5D695AEE8B}" srcId="{1CB24062-31EB-47D9-AC45-D8F75D4352C0}" destId="{D7A4399D-4518-4DFC-97DF-392DB888DD02}" srcOrd="1" destOrd="0" parTransId="{16A41305-0EFB-4FEA-BFE8-81D5C1477EA7}" sibTransId="{B499D66C-6240-4B24-B3CC-228D1C2CE54F}"/>
    <dgm:cxn modelId="{60597B14-3343-4F49-B7F4-2CBC7F767D3B}" srcId="{2D78F7F4-3877-4B9C-BFBA-E9F55D4B807A}" destId="{54ED648B-3A06-4B4E-9B3B-337A786CD5BA}" srcOrd="2" destOrd="0" parTransId="{1D8AE691-16DD-4A16-BC62-72C78C33028A}" sibTransId="{5DBE12B4-B44E-4182-862B-A4332D45E783}"/>
    <dgm:cxn modelId="{08BA3D15-576B-4320-9303-E0FE566507B3}" srcId="{D6CEB010-17C4-4F49-8F1F-BCC381F18A96}" destId="{EE31493A-696C-48B1-A273-284360DA9D00}" srcOrd="4" destOrd="0" parTransId="{5194F79C-29CC-4F82-8926-645954026ABB}" sibTransId="{02B0E798-2DF9-4729-B188-4632F849737A}"/>
    <dgm:cxn modelId="{1A268E1A-8B62-46BF-BEBC-5A37D9A6A3B0}" type="presOf" srcId="{EE31493A-696C-48B1-A273-284360DA9D00}" destId="{1B11CA4E-0BB3-4ABB-BD99-21A03022EEEB}" srcOrd="0" destOrd="4" presId="urn:microsoft.com/office/officeart/2005/8/layout/hList1"/>
    <dgm:cxn modelId="{237EBC1F-A38E-460F-B9A4-A4F8B8CD5D3E}" type="presOf" srcId="{809EE1A9-FA44-4F3F-99F6-71D5371BDFEE}" destId="{A351CF08-C0A3-4EF3-B93A-F3C5669D9B76}" srcOrd="0" destOrd="4" presId="urn:microsoft.com/office/officeart/2005/8/layout/hList1"/>
    <dgm:cxn modelId="{BDB5CC1F-B566-41B9-9647-40FFEFC446CB}" srcId="{D6CEB010-17C4-4F49-8F1F-BCC381F18A96}" destId="{14464B89-3362-45C1-AA78-9BFDCCD58CEE}" srcOrd="1" destOrd="0" parTransId="{277389C5-A367-410E-B4D1-324233B537DF}" sibTransId="{6B4D28EB-F1DA-45BC-AA46-F9FB956ADB6A}"/>
    <dgm:cxn modelId="{B6926D25-BE2C-4268-8168-F5035513E761}" srcId="{1CB24062-31EB-47D9-AC45-D8F75D4352C0}" destId="{45B168AE-3916-4905-BB0E-D04509DAF3AD}" srcOrd="3" destOrd="0" parTransId="{02A57F42-C132-43ED-9C2C-FCC2084CAD33}" sibTransId="{D8E26F56-A8CB-4D9E-B8C9-C96DC3E6466D}"/>
    <dgm:cxn modelId="{D1CAA237-29DB-4391-8A05-8C567779B478}" type="presOf" srcId="{7D5E9C21-7335-4C3B-93D1-C4F4C3F30E92}" destId="{A351CF08-C0A3-4EF3-B93A-F3C5669D9B76}" srcOrd="0" destOrd="0" presId="urn:microsoft.com/office/officeart/2005/8/layout/hList1"/>
    <dgm:cxn modelId="{EDD44B39-EE87-4476-8711-2F0FCFA12E9C}" type="presOf" srcId="{14464B89-3362-45C1-AA78-9BFDCCD58CEE}" destId="{1B11CA4E-0BB3-4ABB-BD99-21A03022EEEB}" srcOrd="0" destOrd="1" presId="urn:microsoft.com/office/officeart/2005/8/layout/hList1"/>
    <dgm:cxn modelId="{16E19B3C-7049-4CAF-B097-DD2520003766}" srcId="{A8F0238D-ED2D-4825-9C91-8A7E154BB5F6}" destId="{1CB24062-31EB-47D9-AC45-D8F75D4352C0}" srcOrd="2" destOrd="0" parTransId="{7A3BB545-7DED-495E-9744-5533CDE642C7}" sibTransId="{F80666BA-2202-4B34-82A4-DED9A167C24C}"/>
    <dgm:cxn modelId="{7232383D-76A6-415D-9A95-2CCB697803BC}" type="presOf" srcId="{2D78F7F4-3877-4B9C-BFBA-E9F55D4B807A}" destId="{787DE2D3-87EE-4347-A683-1D1B8279B263}" srcOrd="0" destOrd="0" presId="urn:microsoft.com/office/officeart/2005/8/layout/hList1"/>
    <dgm:cxn modelId="{0925265B-4E0D-46D5-9F1B-A3D0397D676A}" type="presOf" srcId="{F62BCE7E-20E2-4386-BC41-C15790CC0FC6}" destId="{A351CF08-C0A3-4EF3-B93A-F3C5669D9B76}" srcOrd="0" destOrd="3" presId="urn:microsoft.com/office/officeart/2005/8/layout/hList1"/>
    <dgm:cxn modelId="{5DC9D141-FD1B-4205-80F8-F48CE8A51389}" srcId="{D6CEB010-17C4-4F49-8F1F-BCC381F18A96}" destId="{EEC8A3D0-CED7-4BF0-A83D-132CE1B85BE5}" srcOrd="0" destOrd="0" parTransId="{1DD0D6E1-97A4-4E4B-8700-85ACBCA13890}" sibTransId="{A5F9231F-68FE-48B4-A556-3EF726FE571D}"/>
    <dgm:cxn modelId="{4D001563-C3BB-4A26-8287-FB10FBC72A3D}" srcId="{2D78F7F4-3877-4B9C-BFBA-E9F55D4B807A}" destId="{809EE1A9-FA44-4F3F-99F6-71D5371BDFEE}" srcOrd="4" destOrd="0" parTransId="{EEF6064B-B2C1-41C3-A2C5-B5E320D20BEC}" sibTransId="{9E02AB5E-17DF-4FF5-BAD9-E7DA2E395528}"/>
    <dgm:cxn modelId="{F9F21F45-CDDB-4279-8B72-5B6FB1902219}" srcId="{2D78F7F4-3877-4B9C-BFBA-E9F55D4B807A}" destId="{8C0DE672-6A1B-4709-9725-83D47D46A7E4}" srcOrd="1" destOrd="0" parTransId="{BFA6781D-3CCF-48AB-AB87-7FD94906A0AB}" sibTransId="{F224089E-D25B-4D7D-8817-DC147A2AABF3}"/>
    <dgm:cxn modelId="{6ED8AD4D-B811-4F63-B304-FA491E431AF0}" srcId="{1CB24062-31EB-47D9-AC45-D8F75D4352C0}" destId="{4EC4B20C-73FA-4912-8E90-6AD15D2BB19C}" srcOrd="4" destOrd="0" parTransId="{FA802B44-469A-40FA-AB57-FC21CB31B674}" sibTransId="{A074B7A1-2F16-47C8-A7B8-B37D55624747}"/>
    <dgm:cxn modelId="{57DD6E72-2AE9-4DC3-8CA5-531F0C158FA6}" type="presOf" srcId="{4EC4B20C-73FA-4912-8E90-6AD15D2BB19C}" destId="{0650BC02-8561-4EBD-9758-02C5E8D409E7}" srcOrd="0" destOrd="4" presId="urn:microsoft.com/office/officeart/2005/8/layout/hList1"/>
    <dgm:cxn modelId="{DA86DB77-8381-4DA0-84C0-42B971B7B8B1}" srcId="{1CB24062-31EB-47D9-AC45-D8F75D4352C0}" destId="{5ED3C866-808C-4615-A700-000997926E9E}" srcOrd="2" destOrd="0" parTransId="{433479A8-4A82-4E5E-8F3A-7F30188C4ACA}" sibTransId="{556C847F-5933-4992-AE6D-4216747F057C}"/>
    <dgm:cxn modelId="{18BED778-E9AE-4DC7-8AD7-A0FCA62766AE}" type="presOf" srcId="{8C0DE672-6A1B-4709-9725-83D47D46A7E4}" destId="{A351CF08-C0A3-4EF3-B93A-F3C5669D9B76}" srcOrd="0" destOrd="1" presId="urn:microsoft.com/office/officeart/2005/8/layout/hList1"/>
    <dgm:cxn modelId="{0EA6B680-34E9-4E0A-BE5A-C671230B7232}" type="presOf" srcId="{E85BD0AC-9DCA-47B4-AF28-C19CD0362E67}" destId="{1B11CA4E-0BB3-4ABB-BD99-21A03022EEEB}" srcOrd="0" destOrd="2" presId="urn:microsoft.com/office/officeart/2005/8/layout/hList1"/>
    <dgm:cxn modelId="{A6B84084-0A38-4CE1-8DA0-54C450441B51}" srcId="{D6CEB010-17C4-4F49-8F1F-BCC381F18A96}" destId="{73D698EF-B660-4C28-80B0-BABBA8DEE44E}" srcOrd="3" destOrd="0" parTransId="{6C2632BB-7DC7-481E-8D9E-E3C3D3A473BF}" sibTransId="{4111047A-F8B6-47C8-AC8F-4AF3C81BF9D0}"/>
    <dgm:cxn modelId="{E5F8E38A-BD25-4F4F-AEFC-CB1311FB28CE}" type="presOf" srcId="{A8F0238D-ED2D-4825-9C91-8A7E154BB5F6}" destId="{17F008AE-FF21-4BE7-9FDE-5D382D82763C}" srcOrd="0" destOrd="0" presId="urn:microsoft.com/office/officeart/2005/8/layout/hList1"/>
    <dgm:cxn modelId="{ED587F8C-C719-4205-86C3-4E7B147A3CEF}" srcId="{2D78F7F4-3877-4B9C-BFBA-E9F55D4B807A}" destId="{7D5E9C21-7335-4C3B-93D1-C4F4C3F30E92}" srcOrd="0" destOrd="0" parTransId="{24157D18-DFB7-4ABF-8DD2-FCECACE57057}" sibTransId="{098B0B01-FFD4-4476-9811-09BB2B039C60}"/>
    <dgm:cxn modelId="{402ACBA9-7C09-41D6-B441-C1521320C2B8}" type="presOf" srcId="{1CB24062-31EB-47D9-AC45-D8F75D4352C0}" destId="{836124DA-B9DE-4E17-A280-8261A0E1F87E}" srcOrd="0" destOrd="0" presId="urn:microsoft.com/office/officeart/2005/8/layout/hList1"/>
    <dgm:cxn modelId="{D55200AA-D2CC-4F1B-A161-1A42B504FFD7}" type="presOf" srcId="{D7A4399D-4518-4DFC-97DF-392DB888DD02}" destId="{0650BC02-8561-4EBD-9758-02C5E8D409E7}" srcOrd="0" destOrd="1" presId="urn:microsoft.com/office/officeart/2005/8/layout/hList1"/>
    <dgm:cxn modelId="{AA2C92AC-7954-4723-A70F-15130B22EB1B}" type="presOf" srcId="{45B168AE-3916-4905-BB0E-D04509DAF3AD}" destId="{0650BC02-8561-4EBD-9758-02C5E8D409E7}" srcOrd="0" destOrd="3" presId="urn:microsoft.com/office/officeart/2005/8/layout/hList1"/>
    <dgm:cxn modelId="{EAFACEAD-BA94-4FA9-AE25-3BF91DC345CB}" type="presOf" srcId="{D6CEB010-17C4-4F49-8F1F-BCC381F18A96}" destId="{05E9D282-9C02-4F32-9C53-964D5CF1E927}" srcOrd="0" destOrd="0" presId="urn:microsoft.com/office/officeart/2005/8/layout/hList1"/>
    <dgm:cxn modelId="{C13F32AE-E0A7-4B79-861A-C45A507DE704}" srcId="{A8F0238D-ED2D-4825-9C91-8A7E154BB5F6}" destId="{D6CEB010-17C4-4F49-8F1F-BCC381F18A96}" srcOrd="1" destOrd="0" parTransId="{086A2D7D-3A2F-4EDA-9A79-D886CB2C3A0B}" sibTransId="{2E24AC6D-636A-44CB-965B-5BF7AF079173}"/>
    <dgm:cxn modelId="{972866BD-771E-497C-811C-25783572A297}" srcId="{A8F0238D-ED2D-4825-9C91-8A7E154BB5F6}" destId="{2D78F7F4-3877-4B9C-BFBA-E9F55D4B807A}" srcOrd="0" destOrd="0" parTransId="{50C7E2D7-3377-4AB0-A63F-E51BECB5B930}" sibTransId="{CF668EC6-2E5C-473C-9D57-FAD0BA5F35E1}"/>
    <dgm:cxn modelId="{8BE630C5-AA4A-4D1E-AA5F-89B00725BCAE}" srcId="{1CB24062-31EB-47D9-AC45-D8F75D4352C0}" destId="{74E2CE88-603B-43D2-B970-E744D78ACAB1}" srcOrd="0" destOrd="0" parTransId="{F892BB07-82CA-4E4E-B567-97F8815FD956}" sibTransId="{10F4D8F2-B1A2-427F-AA71-880931FE586B}"/>
    <dgm:cxn modelId="{661C64CE-B423-4868-A4A6-3B8A0A4754AE}" type="presOf" srcId="{EEC8A3D0-CED7-4BF0-A83D-132CE1B85BE5}" destId="{1B11CA4E-0BB3-4ABB-BD99-21A03022EEEB}" srcOrd="0" destOrd="0" presId="urn:microsoft.com/office/officeart/2005/8/layout/hList1"/>
    <dgm:cxn modelId="{4FF633D9-8765-44E0-B712-5F709C56CC86}" srcId="{D6CEB010-17C4-4F49-8F1F-BCC381F18A96}" destId="{E85BD0AC-9DCA-47B4-AF28-C19CD0362E67}" srcOrd="2" destOrd="0" parTransId="{4FF1B016-5AB5-4D5D-AF28-782B99F484F8}" sibTransId="{82F4229C-2709-4F65-9425-4A3A8FEAA27A}"/>
    <dgm:cxn modelId="{F316A9EF-687E-4926-9F44-91509904F87F}" type="presOf" srcId="{54ED648B-3A06-4B4E-9B3B-337A786CD5BA}" destId="{A351CF08-C0A3-4EF3-B93A-F3C5669D9B76}" srcOrd="0" destOrd="2" presId="urn:microsoft.com/office/officeart/2005/8/layout/hList1"/>
    <dgm:cxn modelId="{2431ADF0-382B-4D66-BB39-5FC0BF7675DE}" type="presOf" srcId="{5ED3C866-808C-4615-A700-000997926E9E}" destId="{0650BC02-8561-4EBD-9758-02C5E8D409E7}" srcOrd="0" destOrd="2" presId="urn:microsoft.com/office/officeart/2005/8/layout/hList1"/>
    <dgm:cxn modelId="{CBEEEA32-C0B3-475A-993E-8C3BAD169267}" type="presParOf" srcId="{17F008AE-FF21-4BE7-9FDE-5D382D82763C}" destId="{04870565-8EDE-45AD-8820-7FEC000C5E7A}" srcOrd="0" destOrd="0" presId="urn:microsoft.com/office/officeart/2005/8/layout/hList1"/>
    <dgm:cxn modelId="{56138BD8-6BD0-47AE-BC4C-2D90BAC95F9C}" type="presParOf" srcId="{04870565-8EDE-45AD-8820-7FEC000C5E7A}" destId="{787DE2D3-87EE-4347-A683-1D1B8279B263}" srcOrd="0" destOrd="0" presId="urn:microsoft.com/office/officeart/2005/8/layout/hList1"/>
    <dgm:cxn modelId="{6B654AEF-4CC5-4FB5-91B0-1B841FA16BE9}" type="presParOf" srcId="{04870565-8EDE-45AD-8820-7FEC000C5E7A}" destId="{A351CF08-C0A3-4EF3-B93A-F3C5669D9B76}" srcOrd="1" destOrd="0" presId="urn:microsoft.com/office/officeart/2005/8/layout/hList1"/>
    <dgm:cxn modelId="{D5F9B679-CF66-4619-9B26-3C4E5DF01CC9}" type="presParOf" srcId="{17F008AE-FF21-4BE7-9FDE-5D382D82763C}" destId="{3C33FB62-D5C0-400F-B2DF-4D8EB663CF42}" srcOrd="1" destOrd="0" presId="urn:microsoft.com/office/officeart/2005/8/layout/hList1"/>
    <dgm:cxn modelId="{DB6E852F-DDF4-4CFC-ACE4-F61A8721A8D5}" type="presParOf" srcId="{17F008AE-FF21-4BE7-9FDE-5D382D82763C}" destId="{8B61B479-9654-4002-8D4F-FDA53AB74E4B}" srcOrd="2" destOrd="0" presId="urn:microsoft.com/office/officeart/2005/8/layout/hList1"/>
    <dgm:cxn modelId="{08C5569B-8454-4195-A94E-9B7505AEB81B}" type="presParOf" srcId="{8B61B479-9654-4002-8D4F-FDA53AB74E4B}" destId="{05E9D282-9C02-4F32-9C53-964D5CF1E927}" srcOrd="0" destOrd="0" presId="urn:microsoft.com/office/officeart/2005/8/layout/hList1"/>
    <dgm:cxn modelId="{001F7386-847B-44A7-B680-1BDAAB090A63}" type="presParOf" srcId="{8B61B479-9654-4002-8D4F-FDA53AB74E4B}" destId="{1B11CA4E-0BB3-4ABB-BD99-21A03022EEEB}" srcOrd="1" destOrd="0" presId="urn:microsoft.com/office/officeart/2005/8/layout/hList1"/>
    <dgm:cxn modelId="{C1D547F2-5970-41B9-BC95-A5FB0E15329F}" type="presParOf" srcId="{17F008AE-FF21-4BE7-9FDE-5D382D82763C}" destId="{A02A41A6-9385-4A4B-8330-1951CE2AA380}" srcOrd="3" destOrd="0" presId="urn:microsoft.com/office/officeart/2005/8/layout/hList1"/>
    <dgm:cxn modelId="{66D9203F-6D43-4DC3-ABD6-9AE6EFC3145F}" type="presParOf" srcId="{17F008AE-FF21-4BE7-9FDE-5D382D82763C}" destId="{69AAF161-D5AE-44A1-AA4B-88082218FE9E}" srcOrd="4" destOrd="0" presId="urn:microsoft.com/office/officeart/2005/8/layout/hList1"/>
    <dgm:cxn modelId="{248E5398-65D7-4351-AB90-68A88331E0F9}" type="presParOf" srcId="{69AAF161-D5AE-44A1-AA4B-88082218FE9E}" destId="{836124DA-B9DE-4E17-A280-8261A0E1F87E}" srcOrd="0" destOrd="0" presId="urn:microsoft.com/office/officeart/2005/8/layout/hList1"/>
    <dgm:cxn modelId="{A77A1A5E-EBD6-422D-99BE-64F4D5737DD7}" type="presParOf" srcId="{69AAF161-D5AE-44A1-AA4B-88082218FE9E}" destId="{0650BC02-8561-4EBD-9758-02C5E8D409E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DE2D3-87EE-4347-A683-1D1B8279B263}">
      <dsp:nvSpPr>
        <dsp:cNvPr id="0" name=""/>
        <dsp:cNvSpPr/>
      </dsp:nvSpPr>
      <dsp:spPr>
        <a:xfrm>
          <a:off x="3381" y="546596"/>
          <a:ext cx="3296840" cy="691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1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Order info</a:t>
          </a:r>
        </a:p>
      </dsp:txBody>
      <dsp:txXfrm>
        <a:off x="3381" y="546596"/>
        <a:ext cx="3296840" cy="691200"/>
      </dsp:txXfrm>
    </dsp:sp>
    <dsp:sp modelId="{A351CF08-C0A3-4EF3-B93A-F3C5669D9B76}">
      <dsp:nvSpPr>
        <dsp:cNvPr id="0" name=""/>
        <dsp:cNvSpPr/>
      </dsp:nvSpPr>
      <dsp:spPr>
        <a:xfrm>
          <a:off x="3381" y="1237796"/>
          <a:ext cx="3296840" cy="2239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i="1" kern="1200" dirty="0" err="1"/>
            <a:t>Order_ID</a:t>
          </a:r>
          <a:endParaRPr lang="en-IN" sz="2400" b="0" i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i="1" kern="1200" dirty="0" err="1"/>
            <a:t>Customer_ID</a:t>
          </a:r>
          <a:endParaRPr lang="en-IN" sz="2400" b="0" i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i="1" kern="1200" dirty="0" err="1"/>
            <a:t>Customer_Name</a:t>
          </a:r>
          <a:endParaRPr lang="en-IN" sz="2400" b="0" i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i="1" kern="1200" dirty="0"/>
            <a:t>City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i="1" kern="1200" dirty="0"/>
            <a:t>Product</a:t>
          </a:r>
        </a:p>
      </dsp:txBody>
      <dsp:txXfrm>
        <a:off x="3381" y="1237796"/>
        <a:ext cx="3296840" cy="2239920"/>
      </dsp:txXfrm>
    </dsp:sp>
    <dsp:sp modelId="{05E9D282-9C02-4F32-9C53-964D5CF1E927}">
      <dsp:nvSpPr>
        <dsp:cNvPr id="0" name=""/>
        <dsp:cNvSpPr/>
      </dsp:nvSpPr>
      <dsp:spPr>
        <a:xfrm>
          <a:off x="3761779" y="546596"/>
          <a:ext cx="3296840" cy="691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1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Product info</a:t>
          </a:r>
        </a:p>
      </dsp:txBody>
      <dsp:txXfrm>
        <a:off x="3761779" y="546596"/>
        <a:ext cx="3296840" cy="691200"/>
      </dsp:txXfrm>
    </dsp:sp>
    <dsp:sp modelId="{1B11CA4E-0BB3-4ABB-BD99-21A03022EEEB}">
      <dsp:nvSpPr>
        <dsp:cNvPr id="0" name=""/>
        <dsp:cNvSpPr/>
      </dsp:nvSpPr>
      <dsp:spPr>
        <a:xfrm>
          <a:off x="3761779" y="1237796"/>
          <a:ext cx="3296840" cy="2239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Category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Price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Quantity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 err="1"/>
            <a:t>Total_Amount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 err="1"/>
            <a:t>Payment_Method</a:t>
          </a:r>
          <a:endParaRPr lang="en-IN" sz="2400" kern="1200" dirty="0"/>
        </a:p>
      </dsp:txBody>
      <dsp:txXfrm>
        <a:off x="3761779" y="1237796"/>
        <a:ext cx="3296840" cy="2239920"/>
      </dsp:txXfrm>
    </dsp:sp>
    <dsp:sp modelId="{836124DA-B9DE-4E17-A280-8261A0E1F87E}">
      <dsp:nvSpPr>
        <dsp:cNvPr id="0" name=""/>
        <dsp:cNvSpPr/>
      </dsp:nvSpPr>
      <dsp:spPr>
        <a:xfrm>
          <a:off x="7520178" y="546596"/>
          <a:ext cx="3296840" cy="691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1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Dates &amp; Status</a:t>
          </a:r>
        </a:p>
      </dsp:txBody>
      <dsp:txXfrm>
        <a:off x="7520178" y="546596"/>
        <a:ext cx="3296840" cy="691200"/>
      </dsp:txXfrm>
    </dsp:sp>
    <dsp:sp modelId="{0650BC02-8561-4EBD-9758-02C5E8D409E7}">
      <dsp:nvSpPr>
        <dsp:cNvPr id="0" name=""/>
        <dsp:cNvSpPr/>
      </dsp:nvSpPr>
      <dsp:spPr>
        <a:xfrm>
          <a:off x="7520178" y="1237796"/>
          <a:ext cx="3296840" cy="2239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 err="1"/>
            <a:t>Order_Date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 err="1"/>
            <a:t>Delivery_Date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Rating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 err="1"/>
            <a:t>Order_Status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 err="1"/>
            <a:t>Delivery_Days</a:t>
          </a:r>
          <a:endParaRPr lang="en-IN" sz="2400" kern="1200" dirty="0"/>
        </a:p>
      </dsp:txBody>
      <dsp:txXfrm>
        <a:off x="7520178" y="1237796"/>
        <a:ext cx="3296840" cy="2239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DE737-48A4-4310-9232-BC0A2E26204B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00B76-5CE9-47A6-AE06-90D0C1B418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372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00B76-5CE9-47A6-AE06-90D0C1B418A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78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34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5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35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78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16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44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42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98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52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33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152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0989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286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764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229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8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ED8F2-88F6-4DC3-8733-391D67B3D69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23591-CE57-428B-93AA-AA5C24A6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57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4" r:id="rId1"/>
    <p:sldLayoutId id="2147484705" r:id="rId2"/>
    <p:sldLayoutId id="2147484706" r:id="rId3"/>
    <p:sldLayoutId id="2147484707" r:id="rId4"/>
    <p:sldLayoutId id="2147484708" r:id="rId5"/>
    <p:sldLayoutId id="2147484709" r:id="rId6"/>
    <p:sldLayoutId id="2147484710" r:id="rId7"/>
    <p:sldLayoutId id="2147484711" r:id="rId8"/>
    <p:sldLayoutId id="2147484712" r:id="rId9"/>
    <p:sldLayoutId id="2147484713" r:id="rId10"/>
    <p:sldLayoutId id="2147484714" r:id="rId11"/>
    <p:sldLayoutId id="2147484715" r:id="rId12"/>
    <p:sldLayoutId id="2147484716" r:id="rId13"/>
    <p:sldLayoutId id="2147484717" r:id="rId14"/>
    <p:sldLayoutId id="2147484718" r:id="rId15"/>
    <p:sldLayoutId id="2147484719" r:id="rId16"/>
    <p:sldLayoutId id="2147484720" r:id="rId17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7B513-F08A-DE78-9767-5F5501522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783771"/>
            <a:ext cx="10591800" cy="1578429"/>
          </a:xfrm>
        </p:spPr>
        <p:txBody>
          <a:bodyPr>
            <a:normAutofit/>
          </a:bodyPr>
          <a:lstStyle/>
          <a:p>
            <a:pPr algn="ctr"/>
            <a:r>
              <a:rPr lang="en-IN" sz="5400" b="1" i="1" dirty="0"/>
              <a:t>E-commerce 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3B72C-55FB-A722-E9A2-5756EAB60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60171"/>
            <a:ext cx="10668000" cy="968829"/>
          </a:xfrm>
        </p:spPr>
        <p:txBody>
          <a:bodyPr>
            <a:normAutofit/>
          </a:bodyPr>
          <a:lstStyle/>
          <a:p>
            <a:pPr algn="ctr"/>
            <a:r>
              <a:rPr lang="en-IN" sz="4000" b="1" i="1" dirty="0"/>
              <a:t>DATABASE ANALYSIS</a:t>
            </a:r>
          </a:p>
        </p:txBody>
      </p:sp>
    </p:spTree>
    <p:extLst>
      <p:ext uri="{BB962C8B-B14F-4D97-AF65-F5344CB8AC3E}">
        <p14:creationId xmlns:p14="http://schemas.microsoft.com/office/powerpoint/2010/main" val="18681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1323-CEF3-6B5A-B526-5DECAE72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764373"/>
            <a:ext cx="10918371" cy="1293028"/>
          </a:xfrm>
        </p:spPr>
        <p:txBody>
          <a:bodyPr/>
          <a:lstStyle/>
          <a:p>
            <a:pPr algn="l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Columns included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A969A9-DD23-FF14-157C-2762423E7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663990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048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DB41-1126-9E97-059D-2C695CEB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SALES BY CITY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8F3C13F-B6CE-6F4F-0689-B4E8DBB3D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67" y="2193925"/>
            <a:ext cx="10577666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EBFE-B577-92F1-311D-BE222549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CUSTOMERS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D96FBE-2066-C3CC-2D9C-DAA647147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49492"/>
            <a:ext cx="8828313" cy="492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29D2-7F51-236F-D439-A2ACD10B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5 CUSTOMER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AFD1D-94E8-D748-4BE4-7BD07D45E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2" y="2325914"/>
            <a:ext cx="8360228" cy="43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1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3BA3-4062-859D-CBAA-FF79D46E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CUSTOMERS MORE THAN 3 ORDERS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13A7F8-E71C-567A-E853-FE1116100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26" y="2525486"/>
            <a:ext cx="6992721" cy="40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B39B-3658-177F-C60D-AA9BE301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ORDER PRODUCT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6B9C83-237D-FF18-D9F6-E1D13EE6B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57" y="2404677"/>
            <a:ext cx="6562143" cy="428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2EF8-045A-BB30-B671-07A85905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LEAST ORDER PRODUCT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E8207-C210-F1CF-653F-269982D05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47" y="2309693"/>
            <a:ext cx="5943909" cy="448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5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A48D-4679-4486-7397-486D8889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Orders delivered in more than 5 days</a:t>
            </a:r>
            <a:endParaRPr lang="en-IN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AAD504-51F3-22EC-7F5F-B12BA7E8A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697" y="2193925"/>
            <a:ext cx="8958606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06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44A0-E1D9-F1A8-8E5E-E8BEE122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Payment method usage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A406EA-C0C8-E754-F970-2546F97D5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73" y="2224652"/>
            <a:ext cx="5428856" cy="436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5B2E-592B-BE34-B016-1FE361C9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rating per product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309484-6B66-49A7-669F-EE3B249F8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2059322"/>
            <a:ext cx="5155579" cy="46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0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CB9A-5793-63C3-186D-64A3D62E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Orders per month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304334-8322-430D-E09E-86D5B0156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14" y="1996168"/>
            <a:ext cx="5330586" cy="48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8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18055-A603-D634-E483-89D3D536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 per month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8238A5-CAE8-C6A4-D920-B04EAC563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68" y="2028824"/>
            <a:ext cx="5395245" cy="473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5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E96D-F6E3-5380-D411-45F22183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Highest spending city</a:t>
            </a:r>
            <a:b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4BF655-61D0-AE70-8772-494E64827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60" y="2112672"/>
            <a:ext cx="6980139" cy="416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7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8FF4B-7D65-0F87-05E3-93CA0303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Orders with above average amount</a:t>
            </a:r>
            <a:endParaRPr lang="en-IN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9BA63F-1840-863B-FA99-68CD91922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510" y="2193925"/>
            <a:ext cx="8378979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0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EDF6-2475-A6A0-F645-AA7CACEEB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4373"/>
            <a:ext cx="11049000" cy="1293028"/>
          </a:xfrm>
        </p:spPr>
        <p:txBody>
          <a:bodyPr/>
          <a:lstStyle/>
          <a:p>
            <a:pPr algn="l"/>
            <a:r>
              <a:rPr lang="en-IN" b="1" i="1" dirty="0"/>
              <a:t>KEY INSIGHTS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0BA9B-5B0B-DDEC-A645-BA3EBDAB9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234478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numCol="2" spcCol="1800000">
            <a:noAutofit/>
          </a:bodyPr>
          <a:lstStyle/>
          <a:p>
            <a:pPr algn="ctr"/>
            <a:r>
              <a:rPr lang="en-IN" sz="2000" b="1" i="1" dirty="0"/>
              <a:t> TOP CITY</a:t>
            </a:r>
          </a:p>
          <a:p>
            <a:pPr marL="0" indent="0" algn="ctr">
              <a:buNone/>
            </a:pPr>
            <a:r>
              <a:rPr lang="en-IN" sz="2000" b="1" i="1" dirty="0"/>
              <a:t>BANGALORE LEADS WITH ₹45.3L REVENUE – HIGEST AMONG ALL CITIES</a:t>
            </a:r>
          </a:p>
          <a:p>
            <a:pPr algn="ctr"/>
            <a:r>
              <a:rPr lang="en-IN" sz="2000" b="1" i="1" dirty="0"/>
              <a:t>MOST ORDERED</a:t>
            </a:r>
          </a:p>
          <a:p>
            <a:pPr marL="0" indent="0" algn="ctr">
              <a:buNone/>
            </a:pPr>
            <a:r>
              <a:rPr lang="en-IN" sz="2000" b="1" i="1" dirty="0"/>
              <a:t>PHONE IS THE #1 PRODUCT WITH 48 ORDERS;</a:t>
            </a:r>
          </a:p>
          <a:p>
            <a:pPr marL="0" indent="0" algn="ctr">
              <a:buNone/>
            </a:pPr>
            <a:r>
              <a:rPr lang="en-IN" sz="2000" b="1" i="1" dirty="0"/>
              <a:t>HEADPHONES LEAST AT 33</a:t>
            </a:r>
          </a:p>
          <a:p>
            <a:pPr algn="ctr"/>
            <a:r>
              <a:rPr lang="en-IN" sz="2000" b="1" i="1" dirty="0"/>
              <a:t>BEST MONTH</a:t>
            </a:r>
          </a:p>
          <a:p>
            <a:pPr marL="0" indent="0" algn="ctr">
              <a:buNone/>
            </a:pPr>
            <a:r>
              <a:rPr lang="en-IN" sz="2000" b="1" i="1" dirty="0"/>
              <a:t>DECEMBER HAS THE MOST ORDERS (21);SEPTEMBER THE FEWEST(12)</a:t>
            </a:r>
          </a:p>
          <a:p>
            <a:pPr marL="0" indent="0" algn="ctr">
              <a:buNone/>
            </a:pPr>
            <a:endParaRPr lang="en-IN" sz="2000" b="1" i="1" dirty="0"/>
          </a:p>
          <a:p>
            <a:pPr marL="0" indent="0" algn="ctr">
              <a:buNone/>
            </a:pPr>
            <a:endParaRPr lang="en-IN" sz="2000" b="1" i="1" dirty="0"/>
          </a:p>
          <a:p>
            <a:pPr algn="ctr"/>
            <a:r>
              <a:rPr lang="en-IN" sz="2000" b="1" i="1" dirty="0"/>
              <a:t>TOP CUSTOMERS</a:t>
            </a:r>
          </a:p>
          <a:p>
            <a:pPr marL="0" indent="0" algn="ctr">
              <a:buNone/>
            </a:pPr>
            <a:r>
              <a:rPr lang="en-IN" sz="2000" b="1" i="1" dirty="0"/>
              <a:t>CUSTOMER _ 1005 IS THE HIGEST SPENDER AT ₹ 6,33,451</a:t>
            </a:r>
          </a:p>
          <a:p>
            <a:pPr algn="ctr"/>
            <a:r>
              <a:rPr lang="en-IN" sz="2000" b="1" i="1" dirty="0"/>
              <a:t>PAYMENT</a:t>
            </a:r>
          </a:p>
          <a:p>
            <a:pPr marL="0" indent="0" algn="ctr">
              <a:buNone/>
            </a:pPr>
            <a:r>
              <a:rPr lang="en-IN" sz="2000" b="1" i="1" dirty="0"/>
              <a:t>CASH (29%) IS MOST PREFERRED, CREDIT CARDS LEAST USED (19.5%)</a:t>
            </a:r>
          </a:p>
          <a:p>
            <a:pPr algn="ctr"/>
            <a:r>
              <a:rPr lang="en-IN" sz="2000" b="1" i="1" dirty="0"/>
              <a:t>RATINGS</a:t>
            </a:r>
          </a:p>
          <a:p>
            <a:pPr marL="0" indent="0" algn="ctr">
              <a:buNone/>
            </a:pPr>
            <a:r>
              <a:rPr lang="en-IN" sz="2000" b="1" i="1" dirty="0"/>
              <a:t>TABLET RATED HIGEST (3.16) , LAPTOP NEEDS IMPROVEMENT (2.85)</a:t>
            </a:r>
          </a:p>
          <a:p>
            <a:pPr algn="ctr"/>
            <a:endParaRPr lang="en-IN" sz="1200" b="1" i="1" dirty="0"/>
          </a:p>
          <a:p>
            <a:pPr algn="ctr"/>
            <a:endParaRPr lang="en-IN" sz="1200" b="1" i="1" dirty="0"/>
          </a:p>
        </p:txBody>
      </p:sp>
    </p:spTree>
    <p:extLst>
      <p:ext uri="{BB962C8B-B14F-4D97-AF65-F5344CB8AC3E}">
        <p14:creationId xmlns:p14="http://schemas.microsoft.com/office/powerpoint/2010/main" val="88661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5EC37-C70D-6779-C2CE-31C16CAAB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</a:t>
            </a:r>
            <a:r>
              <a:rPr lang="en-IN" sz="6000" b="1" i="1" dirty="0"/>
              <a:t> </a:t>
            </a:r>
            <a:r>
              <a:rPr lang="en-IN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56695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2084</TotalTime>
  <Words>190</Words>
  <Application>Microsoft Office PowerPoint</Application>
  <PresentationFormat>Widescreen</PresentationFormat>
  <Paragraphs>52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Century Gothic</vt:lpstr>
      <vt:lpstr>Vapor Trail</vt:lpstr>
      <vt:lpstr>E-commerce Orders</vt:lpstr>
      <vt:lpstr>Columns included</vt:lpstr>
      <vt:lpstr>TOTAL SALES BY CITY</vt:lpstr>
      <vt:lpstr>TOP CUSTOMERS</vt:lpstr>
      <vt:lpstr>TOP 5 CUSTOMER</vt:lpstr>
      <vt:lpstr>CUSTOMERS MORE THAN 3 ORDERS</vt:lpstr>
      <vt:lpstr>MOST ORDER PRODUCT</vt:lpstr>
      <vt:lpstr>LEAST ORDER PRODUCT</vt:lpstr>
      <vt:lpstr>Orders delivered in more than 5 days</vt:lpstr>
      <vt:lpstr>Payment method usage</vt:lpstr>
      <vt:lpstr>Average rating per product</vt:lpstr>
      <vt:lpstr>Orders per month</vt:lpstr>
      <vt:lpstr>Revenue per month</vt:lpstr>
      <vt:lpstr>Highest spending city </vt:lpstr>
      <vt:lpstr>Orders with above average amount</vt:lpstr>
      <vt:lpstr>KEY INSIGHTS &amp;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Chaurasiya</dc:creator>
  <cp:lastModifiedBy>Aniket Chaurasiya</cp:lastModifiedBy>
  <cp:revision>4</cp:revision>
  <dcterms:created xsi:type="dcterms:W3CDTF">2026-04-24T05:56:09Z</dcterms:created>
  <dcterms:modified xsi:type="dcterms:W3CDTF">2026-04-27T05:36:11Z</dcterms:modified>
</cp:coreProperties>
</file>